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graph_slide6.png" ContentType="image/png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graph_slide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914400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Movie Duration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8C8C"/>
                </a:solidFill>
              </a:rPr>
              <a:t>Analyzing Trends in Netflix Movie Runtime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</a:rPr>
              <a:t>🔍  Main Research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Have Netflix movie durations decreased over time?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Goals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73152" cy="4754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77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Analyze Netflix movie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35808"/>
            <a:ext cx="73152" cy="4754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35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Study runtime trends across years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73152" cy="4754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9417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Use statistical analysis to validate findings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</a:rPr>
              <a:t>"The goal is to determine whether Netflix movie durations changed over the years using data analysis and hypothesis testing."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</a:rPr>
              <a:t>Netflix Titles Dataset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256032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Movie or TV Show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release_year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Release year of the content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duration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Movie duration in minutes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listed_in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Genre categories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director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</a:rPr>
                        <a:t>Director of the content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</a:rPr>
              <a:t>"The dataset contains Netflix content including movie duration, genres, release years, and directors."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229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Removed TV Shows — Kept movies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50292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77724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5727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Removed Missing Values — Ensured data completeness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2322576"/>
            <a:ext cx="77724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32257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Converted Duration to Numeric — Parsed string values to integers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50292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3072384"/>
            <a:ext cx="77724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0723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Removed Outliers — Eliminated extreme runtime values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50292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5840" y="3822192"/>
            <a:ext cx="77724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38221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Filtered Years After 2000 — Focused on modern Netflix era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2A1A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C518"/>
                </a:solidFill>
              </a:rPr>
              <a:t>Purpose: To improve data quality and analysis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Regression Analysis — Runtime Trend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217920" y="777240"/>
            <a:ext cx="2743200" cy="10515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0" y="777240"/>
            <a:ext cx="73152" cy="10515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822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Downward Trend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1704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Regression line shows decreasing runtime over years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2743200" cy="10515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2011680"/>
            <a:ext cx="73152" cy="10515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Gradual Change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2404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The decrease is steady, not sudden or dramatic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246120"/>
            <a:ext cx="2743200" cy="10515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0" y="3246120"/>
            <a:ext cx="73152" cy="10515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Modern Movies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3639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Post-2015 films average shorter than pre-2005 films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</a:rPr>
              <a:t>"The visualization suggests a negative relationship between release year and movie duration."</a:t>
            </a:r>
            <a:endParaRPr lang="en-US" sz="1100" dirty="0"/>
          </a:p>
        </p:txBody>
      </p:sp>
      <p:pic>
        <p:nvPicPr>
          <p:cNvPr id="200" name="Graph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85800"/>
            <a:ext cx="59436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Hypothesis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2801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C"/>
                </a:solidFill>
              </a:rPr>
              <a:t>Null Hypothesis (H₀)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There is NO relationship between release year and movie duration.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114800" cy="128016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Alternative Hypothesis (H₁)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Movie durations DECREASE over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Statistical Tests Used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22860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Pearson Correlation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Measure linear relationship between year and duration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Spearman Correlation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Capture general monotonic trend (robust to outliers)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Independent T-Test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Compare early movies vs. recent movies directly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Statistical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Correlation Tests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1148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7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7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Pearson 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-0.1939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Spearman rho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-0.1392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T-test p-value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0.0000 ✓ Significant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</a:rPr>
              <a:t>Mean Duration Comparison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43000"/>
          <a:ext cx="41148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7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Avg Duration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7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Early Movies (pre-2010)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109.01 min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Recent Movies (post-2010)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</a:rPr>
                        <a:t>97.40 min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C518"/>
                          </a:solidFill>
                        </a:rPr>
                        <a:t>Difference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6D369"/>
                          </a:solidFill>
                        </a:rPr>
                        <a:t>~11.6 min shorter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337560"/>
            <a:ext cx="256032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5"/>
          <p:cNvSpPr/>
          <p:nvPr/>
        </p:nvSpPr>
        <p:spPr>
          <a:xfrm>
            <a:off x="365760" y="3337560"/>
            <a:ext cx="256032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</a:rPr>
              <a:t>-0.19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365760" y="4251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Pearson 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3337560"/>
            <a:ext cx="256032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9"/>
          <p:cNvSpPr/>
          <p:nvPr/>
        </p:nvSpPr>
        <p:spPr>
          <a:xfrm>
            <a:off x="3246120" y="3337560"/>
            <a:ext cx="256032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0"/>
          <p:cNvSpPr/>
          <p:nvPr/>
        </p:nvSpPr>
        <p:spPr>
          <a:xfrm>
            <a:off x="324612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</a:rPr>
              <a:t>p&lt;0.001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3246120" y="4251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T-test Result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3337560"/>
            <a:ext cx="2560320" cy="1554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3"/>
          <p:cNvSpPr/>
          <p:nvPr/>
        </p:nvSpPr>
        <p:spPr>
          <a:xfrm>
            <a:off x="6126480" y="3337560"/>
            <a:ext cx="2560320" cy="54864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</a:rPr>
              <a:t>~12 min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6126480" y="4251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Avg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Interpretation of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2344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7782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📉  Negative Correlations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Both Pearson (r = -0.19) and Spearman (rho = -0.14) show negative values, indicating shorter runtimes in more recent years.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12344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194560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677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✅  Statistical Significance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p-value &lt; 0.05 confirms the observed trend is not due to random chance — the relationship is statistically real.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8412480" cy="12344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584448"/>
            <a:ext cx="73152" cy="12344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576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</a:rPr>
              <a:t>⏱️  Practical Significance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05993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Recent movies are approximately 12 minutes shorter on average, a meaningful difference for streaming viewers.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</a:rPr>
              <a:t>"Statistical analysis confirmed a significant decreasing trend in Netflix movie durations."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✅  Netflix movie durations have decreased over time.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96312"/>
            <a:ext cx="201168" cy="201168"/>
          </a:xfrm>
          <a:prstGeom prst="ellipse">
            <a:avLst/>
          </a:prstGeom>
          <a:solidFill>
            <a:srgbClr val="46D36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505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Data analysis strongly supports the original hypothesis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90672"/>
            <a:ext cx="201168" cy="201168"/>
          </a:xfrm>
          <a:prstGeom prst="ellipse">
            <a:avLst/>
          </a:prstGeom>
          <a:solidFill>
            <a:srgbClr val="46D36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449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Multiple statistical tests confirmed significance (p &lt; 0.05)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685032"/>
            <a:ext cx="201168" cy="201168"/>
          </a:xfrm>
          <a:prstGeom prst="ellipse">
            <a:avLst/>
          </a:prstGeom>
          <a:solidFill>
            <a:srgbClr val="46D36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393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Modern Netflix movies are ~12 minutes shorter on average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79392"/>
            <a:ext cx="201168" cy="201168"/>
          </a:xfrm>
          <a:prstGeom prst="ellipse">
            <a:avLst/>
          </a:prstGeom>
          <a:solidFill>
            <a:srgbClr val="46D36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336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Both Pearson and Spearman correlations showed consistent negative trends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Netflix Movie Duration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 Duration Analysis</dc:title>
  <dc:subject>PptxGenJS Presentation</dc:subject>
  <dc:creator>PptxGenJS</dc:creator>
  <cp:lastModifiedBy>PptxGenJS</cp:lastModifiedBy>
  <cp:revision>1</cp:revision>
  <dcterms:created xsi:type="dcterms:W3CDTF">2026-05-12T08:25:26Z</dcterms:created>
  <dcterms:modified xsi:type="dcterms:W3CDTF">2026-05-12T08:25:26Z</dcterms:modified>
</cp:coreProperties>
</file>